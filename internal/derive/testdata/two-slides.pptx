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720000" y="1080000"/>
            <a:ext cx="864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en-US" sz="3200" strike="noStrike" u="none">
                <a:solidFill>
                  <a:srgbClr val="123b6e"/>
                </a:solidFill>
                <a:effectLst/>
                <a:uFillTx/>
                <a:latin typeface="DejaVu Sans"/>
              </a:rPr>
              <a:t>Kist Slides first page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b="0" lang="zh-CN" sz="3200" strike="noStrike" u="none">
                <a:solidFill>
                  <a:srgbClr val="123b6e"/>
                </a:solidFill>
                <a:effectLst/>
                <a:uFillTx/>
                <a:latin typeface="DejaVu Sans"/>
              </a:rPr>
              <a:t>中文演示 </a:t>
            </a:r>
            <a:r>
              <a:rPr b="0" lang="en-US" sz="3200" strike="noStrike" u="none">
                <a:solidFill>
                  <a:srgbClr val="123b6e"/>
                </a:solidFill>
                <a:effectLst/>
                <a:uFillTx/>
                <a:latin typeface="DejaVu Sans"/>
              </a:rPr>
              <a:t>· 1/2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 txBox="1"/>
          <p:nvPr/>
        </p:nvSpPr>
        <p:spPr>
          <a:xfrm>
            <a:off x="720000" y="1080000"/>
            <a:ext cx="864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en-US" sz="3200" strike="noStrike" u="none">
                <a:solidFill>
                  <a:srgbClr val="123b6e"/>
                </a:solidFill>
                <a:effectLst/>
                <a:uFillTx/>
                <a:latin typeface="DejaVu Sans"/>
              </a:rPr>
              <a:t>Kist Slides second page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b="0" lang="zh-CN" sz="3200" strike="noStrike" u="none">
                <a:solidFill>
                  <a:srgbClr val="123b6e"/>
                </a:solidFill>
                <a:effectLst/>
                <a:uFillTx/>
                <a:latin typeface="DejaVu Sans"/>
              </a:rPr>
              <a:t>中文演示 </a:t>
            </a:r>
            <a:r>
              <a:rPr b="0" lang="en-US" sz="3200" strike="noStrike" u="none">
                <a:solidFill>
                  <a:srgbClr val="123b6e"/>
                </a:solidFill>
                <a:effectLst/>
                <a:uFillTx/>
                <a:latin typeface="DejaVu Sans"/>
              </a:rPr>
              <a:t>· 2/2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LibreOffice/25.2.3.2$Linux_AARCH64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